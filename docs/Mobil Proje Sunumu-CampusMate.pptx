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96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C1E8-9DCC-4758-889D-1406A072E3F7}" type="datetimeFigureOut">
              <a:rPr lang="tr-TR" smtClean="0"/>
              <a:t>2.06.2026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1497-FE02-4816-A669-9DD90E4D3922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984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C1E8-9DCC-4758-889D-1406A072E3F7}" type="datetimeFigureOut">
              <a:rPr lang="tr-TR" smtClean="0"/>
              <a:t>2.06.2026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1497-FE02-4816-A669-9DD90E4D392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84354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C1E8-9DCC-4758-889D-1406A072E3F7}" type="datetimeFigureOut">
              <a:rPr lang="tr-TR" smtClean="0"/>
              <a:t>2.06.2026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1497-FE02-4816-A669-9DD90E4D3922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79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C1E8-9DCC-4758-889D-1406A072E3F7}" type="datetimeFigureOut">
              <a:rPr lang="tr-TR" smtClean="0"/>
              <a:t>2.06.2026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1497-FE02-4816-A669-9DD90E4D392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7308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C1E8-9DCC-4758-889D-1406A072E3F7}" type="datetimeFigureOut">
              <a:rPr lang="tr-TR" smtClean="0"/>
              <a:t>2.06.2026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1497-FE02-4816-A669-9DD90E4D392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28834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C1E8-9DCC-4758-889D-1406A072E3F7}" type="datetimeFigureOut">
              <a:rPr lang="tr-TR" smtClean="0"/>
              <a:t>2.06.2026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1497-FE02-4816-A669-9DD90E4D392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1638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C1E8-9DCC-4758-889D-1406A072E3F7}" type="datetimeFigureOut">
              <a:rPr lang="tr-TR" smtClean="0"/>
              <a:t>2.06.2026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1497-FE02-4816-A669-9DD90E4D392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41540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F2AC1E8-9DCC-4758-889D-1406A072E3F7}" type="datetimeFigureOut">
              <a:rPr lang="tr-TR" smtClean="0"/>
              <a:t>2.06.2026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481497-FE02-4816-A669-9DD90E4D392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98916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C1E8-9DCC-4758-889D-1406A072E3F7}" type="datetimeFigureOut">
              <a:rPr lang="tr-TR" smtClean="0"/>
              <a:t>2.06.2026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1497-FE02-4816-A669-9DD90E4D392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12307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C1E8-9DCC-4758-889D-1406A072E3F7}" type="datetimeFigureOut">
              <a:rPr lang="tr-TR" smtClean="0"/>
              <a:t>2.06.2026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1497-FE02-4816-A669-9DD90E4D392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1573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C1E8-9DCC-4758-889D-1406A072E3F7}" type="datetimeFigureOut">
              <a:rPr lang="tr-TR" smtClean="0"/>
              <a:t>2.06.2026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1497-FE02-4816-A669-9DD90E4D392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67281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F2AC1E8-9DCC-4758-889D-1406A072E3F7}" type="datetimeFigureOut">
              <a:rPr lang="tr-TR" smtClean="0"/>
              <a:t>2.06.2026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A481497-FE02-4816-A669-9DD90E4D3922}" type="slidenum">
              <a:rPr lang="tr-TR" smtClean="0"/>
              <a:t>‹#›</a:t>
            </a:fld>
            <a:endParaRPr lang="tr-T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036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4920BF4-7F59-2524-2B8A-D67A904B9A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17404"/>
            <a:ext cx="10058400" cy="3566160"/>
          </a:xfrm>
        </p:spPr>
        <p:txBody>
          <a:bodyPr/>
          <a:lstStyle/>
          <a:p>
            <a:r>
              <a:rPr lang="tr-TR" dirty="0"/>
              <a:t>          </a:t>
            </a:r>
            <a:r>
              <a:rPr lang="tr-TR" u="sng" dirty="0" err="1"/>
              <a:t>CampusMate</a:t>
            </a:r>
            <a:br>
              <a:rPr lang="tr-TR" u="sng" dirty="0"/>
            </a:br>
            <a:r>
              <a:rPr lang="tr-TR" sz="5400" dirty="0"/>
              <a:t>YZM 3214 – Mobil Uygulama Geliştirme</a:t>
            </a:r>
          </a:p>
        </p:txBody>
      </p:sp>
      <p:sp>
        <p:nvSpPr>
          <p:cNvPr id="4" name="Başlık 1">
            <a:extLst>
              <a:ext uri="{FF2B5EF4-FFF2-40B4-BE49-F238E27FC236}">
                <a16:creationId xmlns:a16="http://schemas.microsoft.com/office/drawing/2014/main" id="{9017FA18-F289-50E8-20C3-8D262BBD7FE2}"/>
              </a:ext>
            </a:extLst>
          </p:cNvPr>
          <p:cNvSpPr txBox="1">
            <a:spLocks/>
          </p:cNvSpPr>
          <p:nvPr/>
        </p:nvSpPr>
        <p:spPr>
          <a:xfrm>
            <a:off x="374780" y="3349690"/>
            <a:ext cx="6567196" cy="3040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3600" dirty="0"/>
              <a:t>Edasu KAYA-232803046</a:t>
            </a:r>
          </a:p>
          <a:p>
            <a:r>
              <a:rPr lang="tr-TR" sz="3600" dirty="0"/>
              <a:t>Halil Oğuz ÇETİN-232803054</a:t>
            </a:r>
          </a:p>
          <a:p>
            <a:r>
              <a:rPr lang="tr-TR" sz="3600" dirty="0"/>
              <a:t>Abdullah DURGUN-232805013</a:t>
            </a:r>
          </a:p>
          <a:p>
            <a:r>
              <a:rPr lang="tr-TR" sz="3600" dirty="0"/>
              <a:t>Mustafa Yaşar EROĞLU-232803017</a:t>
            </a:r>
          </a:p>
        </p:txBody>
      </p:sp>
      <p:sp>
        <p:nvSpPr>
          <p:cNvPr id="5" name="Başlık 1">
            <a:extLst>
              <a:ext uri="{FF2B5EF4-FFF2-40B4-BE49-F238E27FC236}">
                <a16:creationId xmlns:a16="http://schemas.microsoft.com/office/drawing/2014/main" id="{D45EE97E-264B-ADF1-B9FA-AE2A9A6E2D47}"/>
              </a:ext>
            </a:extLst>
          </p:cNvPr>
          <p:cNvSpPr txBox="1">
            <a:spLocks/>
          </p:cNvSpPr>
          <p:nvPr/>
        </p:nvSpPr>
        <p:spPr>
          <a:xfrm>
            <a:off x="7633995" y="3783564"/>
            <a:ext cx="4558005" cy="26063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3600" dirty="0"/>
              <a:t>Manisa Celal Bayar Üniversitesi</a:t>
            </a:r>
            <a:br>
              <a:rPr lang="tr-TR" sz="3600" dirty="0"/>
            </a:br>
            <a:r>
              <a:rPr lang="tr-TR" sz="3600" dirty="0"/>
              <a:t>Yazılım Mühendisliği</a:t>
            </a:r>
            <a:br>
              <a:rPr lang="tr-TR" sz="3600" dirty="0"/>
            </a:br>
            <a:r>
              <a:rPr lang="tr-TR" sz="3600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4254242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15044C5-F0B2-AF23-67B9-C957D037B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/>
              <a:t>PROJENİN AMACI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9F4511C-7A66-5C71-FD41-0C1246D55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3200" dirty="0"/>
              <a:t>• Kampüs içi etkinlikleri dijital ortamda yönetmek</a:t>
            </a:r>
          </a:p>
          <a:p>
            <a:r>
              <a:rPr lang="tr-TR" sz="3200" dirty="0"/>
              <a:t>• Öğrencilerin etkinliklere kolay erişmesini sağlamak</a:t>
            </a:r>
          </a:p>
          <a:p>
            <a:r>
              <a:rPr lang="tr-TR" sz="3200" dirty="0"/>
              <a:t>• Harita tabanlı etkinlik gösterimi sunmak</a:t>
            </a:r>
          </a:p>
          <a:p>
            <a:r>
              <a:rPr lang="tr-TR" sz="3200" dirty="0"/>
              <a:t>• Yapay zeka destekli etkinlik analiz sistemi geliştirmek</a:t>
            </a:r>
          </a:p>
          <a:p>
            <a:r>
              <a:rPr lang="tr-TR" sz="3200" dirty="0"/>
              <a:t>• Admin onay sistemi ile güvenli içerik yönetimi sağlamak</a:t>
            </a:r>
          </a:p>
        </p:txBody>
      </p:sp>
    </p:spTree>
    <p:extLst>
      <p:ext uri="{BB962C8B-B14F-4D97-AF65-F5344CB8AC3E}">
        <p14:creationId xmlns:p14="http://schemas.microsoft.com/office/powerpoint/2010/main" val="3388130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49E69CF-58C4-662A-CB3F-BA1D134D4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KULLANILAN TEKNOLOJİLER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9841D35-55BF-2282-EECF-25B095B1C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86649"/>
            <a:ext cx="4012163" cy="4131734"/>
          </a:xfrm>
        </p:spPr>
        <p:txBody>
          <a:bodyPr>
            <a:noAutofit/>
          </a:bodyPr>
          <a:lstStyle/>
          <a:p>
            <a:r>
              <a:rPr lang="tr-TR" sz="2400" dirty="0"/>
              <a:t>• Android </a:t>
            </a:r>
            <a:r>
              <a:rPr lang="tr-TR" sz="2400" dirty="0" err="1"/>
              <a:t>Studio</a:t>
            </a:r>
            <a:endParaRPr lang="tr-TR" sz="2400" dirty="0"/>
          </a:p>
          <a:p>
            <a:r>
              <a:rPr lang="tr-TR" sz="2400" dirty="0"/>
              <a:t>• Java</a:t>
            </a:r>
          </a:p>
          <a:p>
            <a:r>
              <a:rPr lang="tr-TR" sz="2400" dirty="0"/>
              <a:t>• XML</a:t>
            </a:r>
          </a:p>
          <a:p>
            <a:r>
              <a:rPr lang="tr-TR" sz="2400" dirty="0"/>
              <a:t>• </a:t>
            </a:r>
            <a:r>
              <a:rPr lang="tr-TR" sz="2400" dirty="0" err="1"/>
              <a:t>Firebase</a:t>
            </a:r>
            <a:r>
              <a:rPr lang="tr-TR" sz="2400" dirty="0"/>
              <a:t> </a:t>
            </a:r>
            <a:r>
              <a:rPr lang="tr-TR" sz="2400" dirty="0" err="1"/>
              <a:t>Authentication</a:t>
            </a:r>
            <a:endParaRPr lang="tr-TR" sz="2400" dirty="0"/>
          </a:p>
          <a:p>
            <a:r>
              <a:rPr lang="tr-TR" sz="2400" dirty="0"/>
              <a:t>• </a:t>
            </a:r>
            <a:r>
              <a:rPr lang="tr-TR" sz="2400" dirty="0" err="1"/>
              <a:t>Firebase</a:t>
            </a:r>
            <a:r>
              <a:rPr lang="tr-TR" sz="2400" dirty="0"/>
              <a:t> </a:t>
            </a:r>
            <a:r>
              <a:rPr lang="tr-TR" sz="2400" dirty="0" err="1"/>
              <a:t>Firestore</a:t>
            </a:r>
            <a:endParaRPr lang="tr-TR" sz="2400" dirty="0"/>
          </a:p>
          <a:p>
            <a:r>
              <a:rPr lang="tr-TR" sz="2400" dirty="0"/>
              <a:t>• Google </a:t>
            </a:r>
            <a:r>
              <a:rPr lang="tr-TR" sz="2400" dirty="0" err="1"/>
              <a:t>Maps</a:t>
            </a:r>
            <a:r>
              <a:rPr lang="tr-TR" sz="2400" dirty="0"/>
              <a:t> SDK</a:t>
            </a:r>
          </a:p>
          <a:p>
            <a:r>
              <a:rPr lang="tr-TR" sz="2400" dirty="0"/>
              <a:t>• </a:t>
            </a:r>
            <a:r>
              <a:rPr lang="tr-TR" sz="2400" dirty="0" err="1"/>
              <a:t>RecyclerView</a:t>
            </a:r>
            <a:endParaRPr lang="tr-TR" sz="2400" dirty="0"/>
          </a:p>
          <a:p>
            <a:r>
              <a:rPr lang="tr-TR" sz="2400" dirty="0"/>
              <a:t>• </a:t>
            </a:r>
            <a:r>
              <a:rPr lang="tr-TR" sz="2400" dirty="0" err="1"/>
              <a:t>SharedPreferences</a:t>
            </a:r>
            <a:endParaRPr lang="tr-TR" sz="2400" dirty="0"/>
          </a:p>
          <a:p>
            <a:r>
              <a:rPr lang="tr-TR" sz="2400" dirty="0"/>
              <a:t>• Git &amp; </a:t>
            </a:r>
            <a:r>
              <a:rPr lang="tr-TR" sz="2400" dirty="0" err="1"/>
              <a:t>GitHub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1470206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8F15BE0-99D9-8A6C-7277-0C2FA15C6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UYGULAMA ÖZELLİKLERİ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94E3779-E8B3-0A29-7A2D-114D93AFC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4" y="1976363"/>
            <a:ext cx="4739951" cy="4023360"/>
          </a:xfrm>
        </p:spPr>
        <p:txBody>
          <a:bodyPr>
            <a:noAutofit/>
          </a:bodyPr>
          <a:lstStyle/>
          <a:p>
            <a:r>
              <a:rPr lang="tr-TR" sz="2400" dirty="0"/>
              <a:t>• Kullanıcı kayıt/giriş sistemi</a:t>
            </a:r>
          </a:p>
          <a:p>
            <a:r>
              <a:rPr lang="tr-TR" sz="2400" dirty="0"/>
              <a:t>• Admin panel sistemi</a:t>
            </a:r>
          </a:p>
          <a:p>
            <a:r>
              <a:rPr lang="tr-TR" sz="2400" dirty="0"/>
              <a:t>• Etkinlik ekleme</a:t>
            </a:r>
          </a:p>
          <a:p>
            <a:r>
              <a:rPr lang="tr-TR" sz="2400" dirty="0"/>
              <a:t>• Harita üzerinde etkinlik gösterimi</a:t>
            </a:r>
          </a:p>
          <a:p>
            <a:r>
              <a:rPr lang="tr-TR" sz="2400" dirty="0"/>
              <a:t>• Favorilere ekleme sistemi</a:t>
            </a:r>
          </a:p>
          <a:p>
            <a:r>
              <a:rPr lang="tr-TR" sz="2400" dirty="0"/>
              <a:t>• Bildirim sistemi</a:t>
            </a:r>
          </a:p>
          <a:p>
            <a:r>
              <a:rPr lang="tr-TR" sz="2400" dirty="0"/>
              <a:t>• Kategori filtreleme</a:t>
            </a:r>
          </a:p>
          <a:p>
            <a:r>
              <a:rPr lang="tr-TR" sz="2400" dirty="0"/>
              <a:t>• Yapay zeka destekli etkinlik analizi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7EE49C9C-0268-8F47-B028-209BBC4F3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692" y="1833061"/>
            <a:ext cx="1902829" cy="4231263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C2CE69ED-0184-330D-D7CA-C82A54020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695" y="1833061"/>
            <a:ext cx="1902829" cy="4231263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3C3BF3E2-0045-0053-FCAF-525BAC413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3699" y="1833062"/>
            <a:ext cx="1902830" cy="42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646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B081D4A-6692-5B78-F0F8-B62072EDD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tr-TR" b="1" dirty="0"/>
              <a:t>ADMİN PANELİ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B5A33D37-C754-6AD4-972E-9510D93E5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415" y="1916318"/>
            <a:ext cx="1561955" cy="3471012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A67A17D9-EB4E-FC5D-92A8-A44F16B1E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044" y="1916318"/>
            <a:ext cx="1561955" cy="3471012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778DD992-3FDC-4CAF-9A7C-F6E547FE87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2684" y="1916318"/>
            <a:ext cx="1561955" cy="3471012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8208ECA-D461-DAA3-FABA-5603B04BD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6" y="1845734"/>
            <a:ext cx="3621024" cy="4023360"/>
          </a:xfrm>
        </p:spPr>
        <p:txBody>
          <a:bodyPr>
            <a:normAutofit/>
          </a:bodyPr>
          <a:lstStyle/>
          <a:p>
            <a:r>
              <a:rPr lang="tr-TR" sz="1800"/>
              <a:t>• Kullanıcı yönetimi</a:t>
            </a:r>
          </a:p>
          <a:p>
            <a:r>
              <a:rPr lang="tr-TR" sz="1800"/>
              <a:t>• Admin/User rol değiştirme</a:t>
            </a:r>
          </a:p>
          <a:p>
            <a:r>
              <a:rPr lang="tr-TR" sz="1800"/>
              <a:t>• Etkinlik onaylama</a:t>
            </a:r>
          </a:p>
          <a:p>
            <a:r>
              <a:rPr lang="tr-TR" sz="1800"/>
              <a:t>• Etkinlik silme</a:t>
            </a:r>
          </a:p>
          <a:p>
            <a:r>
              <a:rPr lang="tr-TR" sz="1800"/>
              <a:t>• Yapay zeka analiz sonuçlarını görüntüleme</a:t>
            </a:r>
          </a:p>
        </p:txBody>
      </p:sp>
    </p:spTree>
    <p:extLst>
      <p:ext uri="{BB962C8B-B14F-4D97-AF65-F5344CB8AC3E}">
        <p14:creationId xmlns:p14="http://schemas.microsoft.com/office/powerpoint/2010/main" val="84073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5B22084-FE96-CD19-E05D-BBA49FC4C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YAPAY ZEKA SİSTEMİ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D692DB1-CB73-9E86-6341-35733B3AA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378" y="1995024"/>
            <a:ext cx="4351798" cy="4023360"/>
          </a:xfrm>
        </p:spPr>
        <p:txBody>
          <a:bodyPr>
            <a:normAutofit/>
          </a:bodyPr>
          <a:lstStyle/>
          <a:p>
            <a:r>
              <a:rPr lang="tr-TR" sz="2400" dirty="0"/>
              <a:t>• NLP tabanlı etkinlik analiz sistemi geliştirildi</a:t>
            </a:r>
          </a:p>
          <a:p>
            <a:r>
              <a:rPr lang="tr-TR" sz="2400" dirty="0"/>
              <a:t>• Etkinlikler kategoriye ayrıldı:</a:t>
            </a:r>
          </a:p>
          <a:p>
            <a:r>
              <a:rPr lang="tr-TR" sz="2400" dirty="0"/>
              <a:t>  - Teknoloji</a:t>
            </a:r>
          </a:p>
          <a:p>
            <a:r>
              <a:rPr lang="tr-TR" sz="2400" dirty="0"/>
              <a:t>  - Sanat</a:t>
            </a:r>
          </a:p>
          <a:p>
            <a:r>
              <a:rPr lang="tr-TR" sz="2400" dirty="0"/>
              <a:t>  - Spor</a:t>
            </a:r>
          </a:p>
          <a:p>
            <a:r>
              <a:rPr lang="tr-TR" sz="2400" dirty="0"/>
              <a:t>  - Sosyal</a:t>
            </a:r>
          </a:p>
          <a:p>
            <a:r>
              <a:rPr lang="tr-TR" sz="2400" dirty="0"/>
              <a:t>  - Riskli</a:t>
            </a:r>
          </a:p>
          <a:p>
            <a:endParaRPr lang="tr-TR" dirty="0"/>
          </a:p>
        </p:txBody>
      </p:sp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3FDBA26C-9D70-FE87-FFD0-87C2AFBE0B82}"/>
              </a:ext>
            </a:extLst>
          </p:cNvPr>
          <p:cNvSpPr txBox="1">
            <a:spLocks/>
          </p:cNvSpPr>
          <p:nvPr/>
        </p:nvSpPr>
        <p:spPr>
          <a:xfrm>
            <a:off x="6549468" y="2599355"/>
            <a:ext cx="4351798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400" dirty="0"/>
              <a:t>• Sistem etkinlik metnini analiz ederek:</a:t>
            </a:r>
            <a:br>
              <a:rPr lang="tr-TR" sz="2400" dirty="0"/>
            </a:br>
            <a:r>
              <a:rPr lang="tr-TR" sz="2400" dirty="0"/>
              <a:t>- kategori</a:t>
            </a:r>
            <a:br>
              <a:rPr lang="tr-TR" sz="2400" dirty="0"/>
            </a:br>
            <a:r>
              <a:rPr lang="tr-TR" sz="2400" dirty="0"/>
              <a:t>- uygunluk sonucu</a:t>
            </a:r>
            <a:br>
              <a:rPr lang="tr-TR" sz="2400" dirty="0"/>
            </a:br>
            <a:r>
              <a:rPr lang="tr-TR" sz="2400" dirty="0"/>
              <a:t>- risk skoru</a:t>
            </a:r>
            <a:br>
              <a:rPr lang="tr-TR" sz="2400" dirty="0"/>
            </a:br>
            <a:r>
              <a:rPr lang="tr-TR" sz="2400" dirty="0"/>
              <a:t>üretmektedir.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56196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1350EF3-0AED-BE64-EC47-D7E1D0047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HARİTA VE KONUM SİSTEMİ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8EE71F6-4D9B-7AE7-6187-8B5C3C58A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714067" cy="4275148"/>
          </a:xfrm>
        </p:spPr>
        <p:txBody>
          <a:bodyPr>
            <a:normAutofit/>
          </a:bodyPr>
          <a:lstStyle/>
          <a:p>
            <a:r>
              <a:rPr lang="tr-TR" sz="2400" dirty="0"/>
              <a:t>• Google </a:t>
            </a:r>
            <a:r>
              <a:rPr lang="tr-TR" sz="2400" dirty="0" err="1"/>
              <a:t>Maps</a:t>
            </a:r>
            <a:r>
              <a:rPr lang="tr-TR" sz="2400" dirty="0"/>
              <a:t> SDK kullanıldı</a:t>
            </a:r>
          </a:p>
          <a:p>
            <a:r>
              <a:rPr lang="tr-TR" sz="2400" dirty="0"/>
              <a:t>• Etkinlikler harita üzerinde marker olarak gösterildi</a:t>
            </a:r>
          </a:p>
          <a:p>
            <a:r>
              <a:rPr lang="tr-TR" sz="2400" dirty="0"/>
              <a:t>• Kullanıcı etkinlik eklerken konum seçebilmektedir</a:t>
            </a:r>
          </a:p>
          <a:p>
            <a:r>
              <a:rPr lang="tr-TR" sz="2400" dirty="0"/>
              <a:t>• Sadece onaylanan etkinlikler haritada gösterilmektedir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22D5D281-AE1F-69BF-F7BA-7660AF05F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080" y="1896032"/>
            <a:ext cx="1922565" cy="427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613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BEBCAB3-099E-3127-1F2C-442871D0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tr-TR" b="1" dirty="0"/>
              <a:t>BİLDİRİM SİSTEMİ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64147919-3B25-3C65-1401-EE12B7AD3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068" y="1916318"/>
            <a:ext cx="1874234" cy="4164966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1EF7C872-508C-AA9A-058F-5437043DE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993" y="1916318"/>
            <a:ext cx="1874234" cy="4164966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91D993D-DBD9-C153-79AF-2E4C8747F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1639" y="1845734"/>
            <a:ext cx="4804041" cy="4023360"/>
          </a:xfrm>
        </p:spPr>
        <p:txBody>
          <a:bodyPr>
            <a:normAutofit/>
          </a:bodyPr>
          <a:lstStyle/>
          <a:p>
            <a:r>
              <a:rPr lang="tr-TR"/>
              <a:t>• Kullanıcı etkinlik eklediğinde bildirim gönderilir</a:t>
            </a:r>
          </a:p>
          <a:p>
            <a:r>
              <a:rPr lang="tr-TR"/>
              <a:t>• Admin etkinlik onayladığında bildirim oluşturulur</a:t>
            </a:r>
          </a:p>
          <a:p>
            <a:r>
              <a:rPr lang="tr-TR"/>
              <a:t>• Favori işlemlerinde bildirim desteği vardır</a:t>
            </a:r>
          </a:p>
        </p:txBody>
      </p:sp>
    </p:spTree>
    <p:extLst>
      <p:ext uri="{BB962C8B-B14F-4D97-AF65-F5344CB8AC3E}">
        <p14:creationId xmlns:p14="http://schemas.microsoft.com/office/powerpoint/2010/main" val="3767650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8715E04-A88E-5359-4CF7-58A104657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4" y="0"/>
            <a:ext cx="10058400" cy="1450757"/>
          </a:xfrm>
        </p:spPr>
        <p:txBody>
          <a:bodyPr/>
          <a:lstStyle/>
          <a:p>
            <a:r>
              <a:rPr lang="tr-TR" b="1" dirty="0"/>
              <a:t>PROJE İSTERLERİ KARŞILANMASI</a:t>
            </a:r>
          </a:p>
        </p:txBody>
      </p:sp>
      <p:graphicFrame>
        <p:nvGraphicFramePr>
          <p:cNvPr id="7" name="İçerik Yer Tutucusu 6">
            <a:extLst>
              <a:ext uri="{FF2B5EF4-FFF2-40B4-BE49-F238E27FC236}">
                <a16:creationId xmlns:a16="http://schemas.microsoft.com/office/drawing/2014/main" id="{F779E072-EBBC-54CE-C4F9-26369C6DFD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3089275"/>
              </p:ext>
            </p:extLst>
          </p:nvPr>
        </p:nvGraphicFramePr>
        <p:xfrm>
          <a:off x="1066800" y="1736211"/>
          <a:ext cx="10058400" cy="4841872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4022695383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926649175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888396795"/>
                    </a:ext>
                  </a:extLst>
                </a:gridCol>
              </a:tblGrid>
              <a:tr h="328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2000" i="1"/>
                        <a:t>Ders İsteri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2000" i="1" dirty="0"/>
                        <a:t>Projede Nerede Kullanıldı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2000" i="1" dirty="0"/>
                        <a:t>Durum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854072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2000"/>
                        <a:t>5+ ekran tasarımı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2000" dirty="0"/>
                        <a:t>Login, </a:t>
                      </a:r>
                      <a:r>
                        <a:rPr lang="tr-TR" sz="2000" dirty="0" err="1"/>
                        <a:t>Register</a:t>
                      </a:r>
                      <a:r>
                        <a:rPr lang="tr-TR" sz="2000" dirty="0"/>
                        <a:t>, Harita, Favoriler, Profil, Admin Panel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2000"/>
                        <a:t>✅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909913"/>
                  </a:ext>
                </a:extLst>
              </a:tr>
              <a:tr h="820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2000"/>
                        <a:t>5+ UI bileşeni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2000"/>
                        <a:t>RecyclerView, BottomNavigationView, Button, EditText, Toolbar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2000"/>
                        <a:t>✅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96377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2000"/>
                        <a:t>Servisten veri alma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2000"/>
                        <a:t>Firebase Firestore ile etkinlik ve kullanıcı verileri çekildi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2000"/>
                        <a:t>✅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869603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2000"/>
                        <a:t>İleri özellik kullanımı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2000"/>
                        <a:t>Google Maps, Bildirim Sistemi, AI analiz sistemi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2000"/>
                        <a:t>✅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567980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2000"/>
                        <a:t>Git/GitHub kullanımı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2000"/>
                        <a:t>Branch sistemi ile ekip çalışması yapıldı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2000"/>
                        <a:t>✅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0386390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2000"/>
                        <a:t>Yapay zeka entegrasyonu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2000" dirty="0"/>
                        <a:t>NLP tabanlı etkinlik kategori ve risk analizi geliştirildi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2000" dirty="0"/>
                        <a:t>✅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091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724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F8C2A8-C005-476A-D8B0-FF54D6F2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SONUÇ VE GİTHUB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780201C-BCE2-CAD4-7B07-4ECC8F434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7169642" cy="2091784"/>
          </a:xfrm>
        </p:spPr>
        <p:txBody>
          <a:bodyPr/>
          <a:lstStyle/>
          <a:p>
            <a:r>
              <a:rPr lang="tr-TR" dirty="0"/>
              <a:t>• </a:t>
            </a:r>
            <a:r>
              <a:rPr lang="tr-TR" dirty="0" err="1"/>
              <a:t>CampusMate</a:t>
            </a:r>
            <a:r>
              <a:rPr lang="tr-TR" dirty="0"/>
              <a:t> ile kampüs etkinlik yönetimi dijitalleştirildi</a:t>
            </a:r>
          </a:p>
          <a:p>
            <a:r>
              <a:rPr lang="tr-TR" dirty="0"/>
              <a:t>• Yapay zeka destekli </a:t>
            </a:r>
            <a:r>
              <a:rPr lang="tr-TR" dirty="0" err="1"/>
              <a:t>moderasyon</a:t>
            </a:r>
            <a:r>
              <a:rPr lang="tr-TR" dirty="0"/>
              <a:t> sistemi geliştirildi</a:t>
            </a:r>
          </a:p>
          <a:p>
            <a:r>
              <a:rPr lang="tr-TR" dirty="0"/>
              <a:t>• Modern ve kullanıcı dostu arayüz tasarlandı</a:t>
            </a:r>
          </a:p>
          <a:p>
            <a:r>
              <a:rPr lang="tr-TR" dirty="0"/>
              <a:t>• </a:t>
            </a:r>
            <a:r>
              <a:rPr lang="tr-TR" dirty="0" err="1"/>
              <a:t>Firebase</a:t>
            </a:r>
            <a:r>
              <a:rPr lang="tr-TR" dirty="0"/>
              <a:t> destekli gerçek zamanlı veri yönetimi sağlandı</a:t>
            </a:r>
          </a:p>
        </p:txBody>
      </p:sp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9EC72E00-09D0-F355-55E4-FD5057B671E5}"/>
              </a:ext>
            </a:extLst>
          </p:cNvPr>
          <p:cNvSpPr txBox="1">
            <a:spLocks/>
          </p:cNvSpPr>
          <p:nvPr/>
        </p:nvSpPr>
        <p:spPr>
          <a:xfrm>
            <a:off x="1097280" y="3844212"/>
            <a:ext cx="7169642" cy="2091784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err="1"/>
              <a:t>GitHub</a:t>
            </a:r>
            <a:r>
              <a:rPr lang="tr-TR" dirty="0"/>
              <a:t> </a:t>
            </a:r>
            <a:r>
              <a:rPr lang="tr-TR" dirty="0" err="1"/>
              <a:t>Repository</a:t>
            </a:r>
            <a:r>
              <a:rPr lang="tr-TR" dirty="0"/>
              <a:t>:</a:t>
            </a:r>
          </a:p>
          <a:p>
            <a:br>
              <a:rPr lang="tr-TR" dirty="0"/>
            </a:br>
            <a:r>
              <a:rPr lang="tr-TR" dirty="0"/>
              <a:t>https://github.com/HalilOguzCetin/CampusMate-App</a:t>
            </a:r>
            <a:br>
              <a:rPr lang="tr-TR" dirty="0"/>
            </a:br>
            <a:endParaRPr lang="tr-TR" dirty="0"/>
          </a:p>
          <a:p>
            <a:r>
              <a:rPr lang="tr-TR" dirty="0" err="1"/>
              <a:t>Branch</a:t>
            </a:r>
            <a:r>
              <a:rPr lang="tr-TR" dirty="0"/>
              <a:t>:</a:t>
            </a:r>
            <a:br>
              <a:rPr lang="tr-TR" dirty="0"/>
            </a:br>
            <a:r>
              <a:rPr lang="tr-TR" dirty="0"/>
              <a:t>admin-panel</a:t>
            </a:r>
          </a:p>
        </p:txBody>
      </p:sp>
    </p:spTree>
    <p:extLst>
      <p:ext uri="{BB962C8B-B14F-4D97-AF65-F5344CB8AC3E}">
        <p14:creationId xmlns:p14="http://schemas.microsoft.com/office/powerpoint/2010/main" val="1553399708"/>
      </p:ext>
    </p:extLst>
  </p:cSld>
  <p:clrMapOvr>
    <a:masterClrMapping/>
  </p:clrMapOvr>
</p:sld>
</file>

<file path=ppt/theme/theme1.xml><?xml version="1.0" encoding="utf-8"?>
<a:theme xmlns:a="http://schemas.openxmlformats.org/drawingml/2006/main" name="Geçmişe bakış">
  <a:themeElements>
    <a:clrScheme name="Yeşil Sarı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Geçmişe bakış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eçmişe bakış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DF92418F3071F048B008DF2DEFB64672" ma:contentTypeVersion="11" ma:contentTypeDescription="Yeni belge oluşturun." ma:contentTypeScope="" ma:versionID="0409b9eafa2cf1ba59ad78f85393ea78">
  <xsd:schema xmlns:xsd="http://www.w3.org/2001/XMLSchema" xmlns:xs="http://www.w3.org/2001/XMLSchema" xmlns:p="http://schemas.microsoft.com/office/2006/metadata/properties" xmlns:ns2="8fbb55be-67e0-418e-a94f-206853903ba2" xmlns:ns3="f466f065-16e7-4243-b935-e6029bb77d3a" targetNamespace="http://schemas.microsoft.com/office/2006/metadata/properties" ma:root="true" ma:fieldsID="057adc4eac7f60ed6a27ba6805012347" ns2:_="" ns3:_="">
    <xsd:import namespace="8fbb55be-67e0-418e-a94f-206853903ba2"/>
    <xsd:import namespace="f466f065-16e7-4243-b935-e6029bb77d3a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bb55be-67e0-418e-a94f-206853903ba2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Resim Etiketleri" ma:readOnly="false" ma:fieldId="{5cf76f15-5ced-4ddc-b409-7134ff3c332f}" ma:taxonomyMulti="true" ma:sspId="25b86514-8e1d-4ede-91c0-90ec09b573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66f065-16e7-4243-b935-e6029bb77d3a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16afc75-3d84-4df3-b2fa-5008bd307bbf}" ma:internalName="TaxCatchAll" ma:showField="CatchAllData" ma:web="f466f065-16e7-4243-b935-e6029bb77d3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466f065-16e7-4243-b935-e6029bb77d3a" xsi:nil="true"/>
    <ReferenceId xmlns="8fbb55be-67e0-418e-a94f-206853903ba2" xsi:nil="true"/>
    <lcf76f155ced4ddcb4097134ff3c332f xmlns="8fbb55be-67e0-418e-a94f-206853903ba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8772F81-8967-4CBE-8F7C-A2655ACEF5D1}"/>
</file>

<file path=customXml/itemProps2.xml><?xml version="1.0" encoding="utf-8"?>
<ds:datastoreItem xmlns:ds="http://schemas.openxmlformats.org/officeDocument/2006/customXml" ds:itemID="{C66121A4-CDED-45A8-8C96-C9E916A4ED08}"/>
</file>

<file path=customXml/itemProps3.xml><?xml version="1.0" encoding="utf-8"?>
<ds:datastoreItem xmlns:ds="http://schemas.openxmlformats.org/officeDocument/2006/customXml" ds:itemID="{CB9D278E-7576-4DB2-B7CA-4677961C2441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</TotalTime>
  <Words>389</Words>
  <Application>Microsoft Office PowerPoint</Application>
  <PresentationFormat>Geniş ekran</PresentationFormat>
  <Paragraphs>85</Paragraphs>
  <Slides>10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3" baseType="lpstr">
      <vt:lpstr>Calibri</vt:lpstr>
      <vt:lpstr>Calibri Light</vt:lpstr>
      <vt:lpstr>Geçmişe bakış</vt:lpstr>
      <vt:lpstr>          CampusMate YZM 3214 – Mobil Uygulama Geliştirme</vt:lpstr>
      <vt:lpstr>PROJENİN AMACI</vt:lpstr>
      <vt:lpstr>KULLANILAN TEKNOLOJİLER</vt:lpstr>
      <vt:lpstr>UYGULAMA ÖZELLİKLERİ</vt:lpstr>
      <vt:lpstr>ADMİN PANELİ</vt:lpstr>
      <vt:lpstr>YAPAY ZEKA SİSTEMİ</vt:lpstr>
      <vt:lpstr>HARİTA VE KONUM SİSTEMİ</vt:lpstr>
      <vt:lpstr>BİLDİRİM SİSTEMİ</vt:lpstr>
      <vt:lpstr>PROJE İSTERLERİ KARŞILANMASI</vt:lpstr>
      <vt:lpstr>SONUÇ VE GİTHUB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EDASU K. 232803046</dc:creator>
  <cp:lastModifiedBy>EDASU K. 232803046</cp:lastModifiedBy>
  <cp:revision>1</cp:revision>
  <dcterms:created xsi:type="dcterms:W3CDTF">2026-06-02T12:30:32Z</dcterms:created>
  <dcterms:modified xsi:type="dcterms:W3CDTF">2026-06-02T12:56:24Z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0x010100DF92418F3071F048B008DF2DEFB64672</vt:lpwstr>
  </property>
</Properties>
</file>